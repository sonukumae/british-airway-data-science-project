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of Customer Holiday Bookings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Task Overview:</a:t>
            </a:r>
          </a:p>
          <a:p>
            <a:pPr algn="l">
              <a:defRPr sz="1200"/>
            </a:pPr>
            <a:r>
              <a:t>- Predict customers booking holidays using airline booking data (50,000 records).</a:t>
            </a:r>
          </a:p>
          <a:p>
            <a:pPr algn="l">
              <a:defRPr sz="1200"/>
            </a:pPr>
            <a:r>
              <a:t>- Key features include purchase lead time, flight details, route, preferences.</a:t>
            </a:r>
          </a:p>
          <a:p>
            <a:pPr algn="l">
              <a:defRPr sz="1200"/>
            </a:pPr>
          </a:p>
          <a:p>
            <a:pPr algn="l">
              <a:defRPr b="1" sz="1400"/>
            </a:pPr>
            <a:r>
              <a:t>Modeling Approach:</a:t>
            </a:r>
          </a:p>
          <a:p>
            <a:pPr algn="l">
              <a:defRPr sz="1200"/>
            </a:pPr>
            <a:r>
              <a:t>- RandomForest Classifier: interpretable and effective.</a:t>
            </a:r>
          </a:p>
          <a:p>
            <a:pPr algn="l">
              <a:defRPr sz="1200"/>
            </a:pPr>
            <a:r>
              <a:t>- Sampled 10,000 records, categorical encoding applied.</a:t>
            </a:r>
          </a:p>
          <a:p>
            <a:pPr algn="l">
              <a:defRPr sz="1200"/>
            </a:pPr>
            <a:r>
              <a:t>- Evaluated using 5-fold cross-validation and ROC-AUC.</a:t>
            </a:r>
          </a:p>
          <a:p>
            <a:pPr algn="l">
              <a:defRPr sz="1200"/>
            </a:pPr>
          </a:p>
          <a:p>
            <a:pPr algn="l">
              <a:defRPr b="1" sz="1400"/>
            </a:pPr>
            <a:r>
              <a:t>Key Results:</a:t>
            </a:r>
          </a:p>
          <a:p>
            <a:pPr algn="l">
              <a:defRPr sz="1200"/>
            </a:pPr>
            <a:r>
              <a:t>- ROC-AUC: 0.75, Accuracy: 85%</a:t>
            </a:r>
          </a:p>
          <a:p>
            <a:pPr algn="l">
              <a:defRPr sz="1200"/>
            </a:pPr>
            <a:r>
              <a:t>- Booking recall low (~7%), some missed bookings.</a:t>
            </a:r>
          </a:p>
          <a:p>
            <a:pPr algn="l">
              <a:defRPr sz="1200"/>
            </a:pPr>
          </a:p>
          <a:p>
            <a:pPr algn="l">
              <a:defRPr b="1" sz="1400"/>
            </a:pPr>
            <a:r>
              <a:t>Important Predictive Features:</a:t>
            </a:r>
          </a:p>
          <a:p>
            <a:pPr algn="l">
              <a:defRPr sz="1200"/>
            </a:pPr>
            <a:r>
              <a:t>- Purchase lead time, route, flight hour/day, length of stay, booking origin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0352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